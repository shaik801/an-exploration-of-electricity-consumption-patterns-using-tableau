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 Exploration of Electricity Consumption Patterns Using Tableau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Visualization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Electricity is essential for modern life.</a:t>
            </a:r>
          </a:p>
          <a:p>
            <a:pPr lvl="1"/>
            <a:r>
              <a:t>• Demand increases due to urbanization and technology.</a:t>
            </a:r>
          </a:p>
          <a:p>
            <a:pPr lvl="1"/>
            <a:r>
              <a:t>• Understanding patterns improves planning and efficiency.</a:t>
            </a:r>
          </a:p>
          <a:p>
            <a:pPr lvl="1"/>
            <a:r>
              <a:t>• Tableau helps visualize complex electricity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historical electricity consumption data.</a:t>
            </a:r>
          </a:p>
          <a:p>
            <a:pPr lvl="1"/>
            <a:r>
              <a:t>• Identify daily, monthly, and yearly trends.</a:t>
            </a:r>
          </a:p>
          <a:p>
            <a:pPr lvl="1"/>
            <a:r>
              <a:t>• Detect peak demand periods.</a:t>
            </a:r>
          </a:p>
          <a:p>
            <a:pPr lvl="1"/>
            <a:r>
              <a:t>• Compare sector-wise electricity usage.</a:t>
            </a:r>
          </a:p>
          <a:p>
            <a:pPr lvl="1"/>
            <a:r>
              <a:t>• Develop interactive dashboards in Tableau.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Date and time of consumption.</a:t>
            </a:r>
          </a:p>
          <a:p>
            <a:pPr lvl="1"/>
            <a:r>
              <a:t>• Region/Location data.</a:t>
            </a:r>
          </a:p>
          <a:p>
            <a:pPr lvl="1"/>
            <a:r>
              <a:t>• Consumer category (Residential, Commercial, Industrial).</a:t>
            </a:r>
          </a:p>
          <a:p>
            <a:pPr lvl="1"/>
            <a:r>
              <a:t>• Electricity consumption (kWh).</a:t>
            </a:r>
          </a:p>
          <a:p>
            <a:pPr lvl="1"/>
            <a:r>
              <a:t>• Optional: Temperature and cost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 and removal of duplicates.</a:t>
            </a:r>
          </a:p>
          <a:p>
            <a:pPr lvl="1"/>
            <a:r>
              <a:t>• Formatting date fields.</a:t>
            </a:r>
          </a:p>
          <a:p>
            <a:pPr lvl="1"/>
            <a:r>
              <a:t>• Creating calculated fields in Tableau.</a:t>
            </a:r>
          </a:p>
          <a:p>
            <a:pPr lvl="1"/>
            <a:r>
              <a:t>• Categorizing peak and off-peak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 data into Tableau.</a:t>
            </a:r>
          </a:p>
          <a:p>
            <a:pPr lvl="1"/>
            <a:r>
              <a:t>• Create line charts for time trends.</a:t>
            </a:r>
          </a:p>
          <a:p>
            <a:pPr lvl="1"/>
            <a:r>
              <a:t>• Create bar charts for sector comparison.</a:t>
            </a:r>
          </a:p>
          <a:p>
            <a:pPr lvl="1"/>
            <a:r>
              <a:t>• Develop heatmaps for hourly usage.</a:t>
            </a:r>
          </a:p>
          <a:p>
            <a:pPr lvl="1"/>
            <a:r>
              <a:t>• Build interactive dashboard with filters.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– Time-Based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Higher consumption during summer months.</a:t>
            </a:r>
          </a:p>
          <a:p>
            <a:pPr lvl="1"/>
            <a:r>
              <a:t>• Lower usage during moderate seasons.</a:t>
            </a:r>
          </a:p>
          <a:p>
            <a:pPr lvl="1"/>
            <a:r>
              <a:t>• Gradual yearly increase in electricity demand.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– Daily Consumption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Morning peak: 6 AM – 9 AM.</a:t>
            </a:r>
          </a:p>
          <a:p>
            <a:pPr lvl="1"/>
            <a:r>
              <a:t>• Evening peak: 6 PM – 10 PM.</a:t>
            </a:r>
          </a:p>
          <a:p>
            <a:pPr lvl="1"/>
            <a:r>
              <a:t>• Lowest consumption during late night hours.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Sector-wise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Industrial sector consumes the most electricity.</a:t>
            </a:r>
          </a:p>
          <a:p>
            <a:pPr lvl="1"/>
            <a:r>
              <a:t>• Residential usage varies seasonally.</a:t>
            </a:r>
          </a:p>
          <a:p>
            <a:pPr lvl="1"/>
            <a:r>
              <a:t>• Commercial usage remains relatively stable.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indicators (Total Consumption, Average Usage).</a:t>
            </a:r>
          </a:p>
          <a:p>
            <a:pPr lvl="1"/>
            <a:r>
              <a:t>• Monthly trend line charts.</a:t>
            </a:r>
          </a:p>
          <a:p>
            <a:pPr lvl="1"/>
            <a:r>
              <a:t>• Sector comparison bar charts.</a:t>
            </a:r>
          </a:p>
          <a:p>
            <a:pPr lvl="1"/>
            <a:r>
              <a:t>• Hourly heatmaps.</a:t>
            </a:r>
          </a:p>
          <a:p>
            <a:pPr lvl="1"/>
            <a:r>
              <a:t>• Regional maps with filters.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data exploration.</a:t>
            </a:r>
          </a:p>
          <a:p>
            <a:pPr lvl="1"/>
            <a:r>
              <a:t>• Easy trend identification.</a:t>
            </a:r>
          </a:p>
          <a:p>
            <a:pPr lvl="1"/>
            <a:r>
              <a:t>• Real-time filtering and drill-down.</a:t>
            </a:r>
          </a:p>
          <a:p>
            <a:pPr lvl="1"/>
            <a:r>
              <a:t>• User-friendly dashboard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Tableau transforms raw electricity data into insights.</a:t>
            </a:r>
          </a:p>
          <a:p>
            <a:pPr lvl="1"/>
            <a:r>
              <a:t>• Identifies peak demand and seasonal patterns.</a:t>
            </a:r>
          </a:p>
          <a:p>
            <a:pPr lvl="1"/>
            <a:r>
              <a:t>• Supports better energy planning and decision-making.</a:t>
            </a:r>
          </a:p>
          <a:p>
            <a:pPr lvl="1"/>
            <a:r>
              <a:t>• Encourages data-driven energy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